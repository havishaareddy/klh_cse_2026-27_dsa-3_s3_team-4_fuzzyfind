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06-Aug-26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396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06-Aug-26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116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06-Aug-26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034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06-Aug-26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866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06-Aug-26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784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06-Aug-26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854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06-Aug-26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1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06-Aug-26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46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8A87A34-81AB-432B-8DAE-1953F412C126}" type="datetimeFigureOut">
              <a:rPr lang="en-US" smtClean="0"/>
              <a:pPr/>
              <a:t>06-Aug-26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205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06-Aug-26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968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06-Aug-26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749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06-Aug-26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410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9ECC9-CAD9-4862-9C42-60BADACFF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141" y="1192369"/>
            <a:ext cx="10739718" cy="254143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/>
              <a:t>Fuzzy-Search Engine</a:t>
            </a: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AN Error-Tolerant Word Retrieval</a:t>
            </a: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71DA4-8342-4E8D-A226-E7F674DC2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7953" y="4728808"/>
            <a:ext cx="4706471" cy="1784338"/>
          </a:xfrm>
        </p:spPr>
        <p:txBody>
          <a:bodyPr>
            <a:normAutofit/>
          </a:bodyPr>
          <a:lstStyle/>
          <a:p>
            <a:r>
              <a:rPr lang="en-US" dirty="0"/>
              <a:t>By:</a:t>
            </a:r>
          </a:p>
          <a:p>
            <a:r>
              <a:rPr lang="en-US" dirty="0"/>
              <a:t>2520030159 – B. HEMA SRI</a:t>
            </a:r>
            <a:br>
              <a:rPr lang="en-US" dirty="0"/>
            </a:br>
            <a:r>
              <a:rPr lang="en-US" dirty="0"/>
              <a:t>2520030371 – P. HAVISHAA REDDY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7040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1C47E-A3DD-4779-BC42-387940E7C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AND OUTPUT CONTENT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6FA9F-B5E6-47CE-A59D-B6E0A1349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7789" y="2602868"/>
            <a:ext cx="8650941" cy="3450613"/>
          </a:xfrm>
        </p:spPr>
        <p:txBody>
          <a:bodyPr>
            <a:normAutofit/>
          </a:bodyPr>
          <a:lstStyle/>
          <a:p>
            <a:r>
              <a:rPr lang="en-US" sz="2200" b="1" dirty="0"/>
              <a:t> Input: </a:t>
            </a:r>
            <a:r>
              <a:rPr lang="en-US" sz="2200" dirty="0"/>
              <a:t>A dictionary , query word ,a maximum edit distance value.</a:t>
            </a:r>
          </a:p>
          <a:p>
            <a:endParaRPr lang="en-US" sz="2200" b="1" dirty="0"/>
          </a:p>
          <a:p>
            <a:r>
              <a:rPr lang="en-US" sz="2200" b="1" dirty="0"/>
              <a:t>Output: </a:t>
            </a:r>
            <a:r>
              <a:rPr lang="en-US" sz="2200" dirty="0"/>
              <a:t>A ranked list of similar words from the dictionary.  The ranking is based on how close each word is to the query (fewer edits = higher rank).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5298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744BF-1BB3-4F33-B452-8B24B62C0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FLOW DIAGRAM: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71C93C-41A4-4292-9371-3403AEF646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3554" y="2052918"/>
            <a:ext cx="6594310" cy="4805082"/>
          </a:xfrm>
        </p:spPr>
      </p:pic>
    </p:spTree>
    <p:extLst>
      <p:ext uri="{BB962C8B-B14F-4D97-AF65-F5344CB8AC3E}">
        <p14:creationId xmlns:p14="http://schemas.microsoft.com/office/powerpoint/2010/main" val="2712622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796D2-2B05-4A21-84D3-846780CC3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SUMMARY: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9E214-F4DB-4E6E-BD22-D1B5E0057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905" y="2638044"/>
            <a:ext cx="10551459" cy="3565532"/>
          </a:xfrm>
        </p:spPr>
        <p:txBody>
          <a:bodyPr>
            <a:normAutofit/>
          </a:bodyPr>
          <a:lstStyle/>
          <a:p>
            <a:r>
              <a:rPr lang="en-US" sz="2000" dirty="0"/>
              <a:t>The fuzzy search system takes a dictionary of words, a user’s query, and a maximum edit distance as input, then calculates the edit distance between the query and each dictionary word to measure similarity. </a:t>
            </a:r>
          </a:p>
          <a:p>
            <a:r>
              <a:rPr lang="en-US" sz="2000" dirty="0"/>
              <a:t>It processes these results by scoring and ranking the closest matches, ensuring that even misspelled or imperfect queries return meaningful suggestions. </a:t>
            </a:r>
          </a:p>
          <a:p>
            <a:r>
              <a:rPr lang="en-US" sz="2000" dirty="0"/>
              <a:t>Finally, it outputs a clean list of ranked words, making the system practical for spell checkers, auto-complete features, and intelligent search engines.</a:t>
            </a:r>
          </a:p>
          <a:p>
            <a:r>
              <a:rPr lang="en-US" sz="2000" dirty="0">
                <a:solidFill>
                  <a:schemeClr val="tx1"/>
                </a:solidFill>
              </a:rPr>
              <a:t>This process takes place by using edit distance algorithms like </a:t>
            </a:r>
            <a:r>
              <a:rPr lang="en-GB" sz="2000" dirty="0" err="1"/>
              <a:t>Levenshtein</a:t>
            </a:r>
            <a:r>
              <a:rPr lang="en-GB" sz="2000" dirty="0"/>
              <a:t> distance.</a:t>
            </a:r>
            <a:endParaRPr lang="en-GB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358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Images - Free Download on Magnific (formerly Freepik)">
            <a:extLst>
              <a:ext uri="{FF2B5EF4-FFF2-40B4-BE49-F238E27FC236}">
                <a16:creationId xmlns:a16="http://schemas.microsoft.com/office/drawing/2014/main" id="{7736C86C-9CA8-440D-A786-A597248B8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933450"/>
            <a:ext cx="7048500" cy="499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21959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25</TotalTime>
  <Words>182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Parcel</vt:lpstr>
      <vt:lpstr>Fuzzy-Search Engine  AN Error-Tolerant Word Retrieval</vt:lpstr>
      <vt:lpstr>INPUT AND OUTPUT CONTENT</vt:lpstr>
      <vt:lpstr>PROJECT FLOW DIAGRAM:</vt:lpstr>
      <vt:lpstr>PROJECT SUMMARY: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Fuzzy-Search Engine  AN Error-Tolerant Word Retrieval</dc:title>
  <dc:creator>MADHU</dc:creator>
  <cp:lastModifiedBy>MADHU</cp:lastModifiedBy>
  <cp:revision>3</cp:revision>
  <dcterms:created xsi:type="dcterms:W3CDTF">2026-08-06T13:58:31Z</dcterms:created>
  <dcterms:modified xsi:type="dcterms:W3CDTF">2026-08-06T14:24:22Z</dcterms:modified>
</cp:coreProperties>
</file>